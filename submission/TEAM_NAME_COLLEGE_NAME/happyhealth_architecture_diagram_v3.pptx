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5d6d803300480f" /><Relationship Type="http://schemas.openxmlformats.org/officeDocument/2006/relationships/extended-properties" Target="/docProps/app.xml" Id="Re27c79d7845445b0" /><Relationship Type="http://schemas.openxmlformats.org/officeDocument/2006/relationships/officeDocument" Target="/ppt/presentation.xml" Id="Rc053382d7b41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567fdbc7d4ec2"/>
  </p:sldMasterIdLst>
  <p:notesMasterIdLst>
    <p:notesMasterId xmlns:r="http://schemas.openxmlformats.org/officeDocument/2006/relationships" r:id="R4d710760c3714bfe"/>
  </p:notesMasterIdLst>
  <p:sldIdLst>
    <p:sldId xmlns:r="http://schemas.openxmlformats.org/officeDocument/2006/relationships" id="256" r:id="Rb1d64cec150c4b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d064269974cfc" /><Relationship Type="http://schemas.openxmlformats.org/officeDocument/2006/relationships/slideMaster" Target="/ppt/slideMasters/slideMaster1.xml" Id="R24b567fdbc7d4ec2" /><Relationship Type="http://schemas.openxmlformats.org/officeDocument/2006/relationships/notesMaster" Target="/ppt/notesMasters/notesMaster1.xml" Id="R4d710760c3714bfe" /><Relationship Type="http://schemas.openxmlformats.org/officeDocument/2006/relationships/presProps" Target="/ppt/presProps.xml" Id="Re5aa2d8b4ecd49bb" /><Relationship Type="http://schemas.openxmlformats.org/officeDocument/2006/relationships/tableStyles" Target="/ppt/tableStyles.xml" Id="Rf25e06ebb90b4f93" /><Relationship Type="http://schemas.openxmlformats.org/officeDocument/2006/relationships/slide" Target="/ppt/slides/slide1.xml" Id="Rb1d64cec150c4b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06a0f7d19346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d18bd40d948e7" /><Relationship Type="http://schemas.openxmlformats.org/officeDocument/2006/relationships/notesMaster" Target="/ppt/notesMasters/notesMaster1.xml" Id="Rf728142de029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401de7eba4a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1de8bf18847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9b10c90b941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82f975ea947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d0b9aae044b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ac94f3a06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1B7A2D-2C4F-4A5C-85C9-87FEB4A39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12C421-5542-4B19-A87F-B700A2F46D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6E35D8-643E-4197-8D32-6A7CE2CDB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5FA127-1E8A-4B77-9832-B823DAEA3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4B6C06-6736-4470-8403-01480D12CB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BB441A-3128-4C9D-A8AA-A1C6AFB5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C66AE9-AB44-4D74-89AE-6B64CB4C65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DF844F-FF9D-4F95-84D6-9B1B70F6F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5055F4-5463-440E-B22E-F5F5A9D53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AC0AFD-D17F-4062-AC4F-8D13C0F6BE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054fb255e34d16" /><Relationship Type="http://schemas.openxmlformats.org/officeDocument/2006/relationships/slideLayout" Target="/ppt/slideLayouts/slideLayout1.xml" Id="R5ff53261b9314eb6" /><Relationship Type="http://schemas.openxmlformats.org/officeDocument/2006/relationships/slideLayout" Target="/ppt/slideLayouts/slideLayout2.xml" Id="R566f142e531240fe" /><Relationship Type="http://schemas.openxmlformats.org/officeDocument/2006/relationships/slideLayout" Target="/ppt/slideLayouts/slideLayout3.xml" Id="R012a7c9c90b441a7" /><Relationship Type="http://schemas.openxmlformats.org/officeDocument/2006/relationships/slideLayout" Target="/ppt/slideLayouts/slideLayout4.xml" Id="R94e8936a581040be" /><Relationship Type="http://schemas.openxmlformats.org/officeDocument/2006/relationships/slideLayout" Target="/ppt/slideLayouts/slideLayout5.xml" Id="R5930807347a343d6" /><Relationship Type="http://schemas.openxmlformats.org/officeDocument/2006/relationships/slideLayout" Target="/ppt/slideLayouts/slideLayout6.xml" Id="Rdd993be586934c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f53261b9314eb6"/>
    <p:sldLayoutId xmlns:r="http://schemas.openxmlformats.org/officeDocument/2006/relationships" id="2147483650" r:id="R566f142e531240fe"/>
    <p:sldLayoutId xmlns:r="http://schemas.openxmlformats.org/officeDocument/2006/relationships" id="2147483651" r:id="R012a7c9c90b441a7"/>
    <p:sldLayoutId xmlns:r="http://schemas.openxmlformats.org/officeDocument/2006/relationships" id="2147483652" r:id="R94e8936a581040be"/>
    <p:sldLayoutId xmlns:r="http://schemas.openxmlformats.org/officeDocument/2006/relationships" id="2147483653" r:id="R5930807347a343d6"/>
    <p:sldLayoutId xmlns:r="http://schemas.openxmlformats.org/officeDocument/2006/relationships" id="2147483654" r:id="Rdd993be586934c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cdd4f77324c3f" /><Relationship Type="http://schemas.openxmlformats.org/officeDocument/2006/relationships/notesSlide" Target="/ppt/notesSlides/notesSlide1.xml" Id="R88e8b82ef07f4d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F8051-1449-4CDB-8AC5-6497B90A05FB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239000" y="2928938"/>
            <a:ext cx="2714625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6E823-CC59-4E2D-B488-95AA3205FA6D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191250" y="36195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4A796-70F3-4A6C-9140-87136B54B64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A4381-DD79-4609-A200-7187205382CD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2FE92-8D18-4E02-8201-EBEE7E2C89AE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4714875" y="2928938"/>
            <a:ext cx="428625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1A062-82BA-4E16-BDA0-BB3FB654B0D6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2571750" y="3905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88AB6-3256-405F-B2D6-E6BD138ABB5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2571750" y="1905000"/>
            <a:ext cx="2571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D1E54-85C8-4738-BF70-EC65D02A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Virtual patient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9213E-BB44-49D3-8324-0DE59562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846F2-39E8-4141-ADD9-109B6A1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EB230-9B3F-40FF-8F5D-084660ED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Synthetic EHR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JSON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71D7C-13D8-407A-B56F-C4D73C39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1430">
            <a:solidFill>
              <a:srgbClr val="F1B86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Simulated CGM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Python publisher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F8C1A-D165-4FA6-B7E5-76220485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MQTT broker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73FF0-8B3C-410F-82C1-C6CBB569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1816"/>
          </a:solidFill>
          <a:ln xmlns:a="http://schemas.openxmlformats.org/drawingml/2006/main" w="11430">
            <a:solidFill>
              <a:srgbClr val="0718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Spring Boot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Digital twin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7B57-3AD4-44C8-AA4B-EB2EA040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43375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H2 state</a:t>
            </a:r>
          </a:p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profile +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E40D4-7D08-4B78-9F6C-EFBCE8C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43-feature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DC060-9C8E-4720-B687-4BE72E4F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38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React dashboard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Doctor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1DCD9-0C60-4CC6-BEB4-74422D8F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The browser calls Spring Boot only. The model service and MQTT broker stay behind the application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1570311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2026-10-09T17:34:44.6710000Z</dcterms:created>
  <dcterms:modified xsi:type="dcterms:W3CDTF">2026-10-09T17:34:44.6710000Z</dcterms:modified>
</coreProperties>
</file>